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1" name="Shape 9"/>
          <p:cNvSpPr/>
          <p:nvPr/>
        </p:nvSpPr>
        <p:spPr>
          <a:xfrm>
            <a:off x="909828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0412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0412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412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12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704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704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996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996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996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/  AGENTIC AI STUDY GROUP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18288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Python Foundations: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89DCE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 Flow, Functions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89DCE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a Real Mini-Project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822960" y="4297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/ elif   ·   for &amp; while loops   ·   functions &amp; return values   ·   CSV attendance tracker project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22960" y="502920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" y="5029200"/>
            <a:ext cx="603504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960" y="5239512"/>
            <a:ext cx="603504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56" name="Shape 54"/>
          <p:cNvSpPr/>
          <p:nvPr/>
        </p:nvSpPr>
        <p:spPr>
          <a:xfrm>
            <a:off x="950976" y="513435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57" name="Shape 55"/>
          <p:cNvSpPr/>
          <p:nvPr/>
        </p:nvSpPr>
        <p:spPr>
          <a:xfrm>
            <a:off x="1133856" y="513435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58" name="Shape 56"/>
          <p:cNvSpPr/>
          <p:nvPr/>
        </p:nvSpPr>
        <p:spPr>
          <a:xfrm>
            <a:off x="1316736" y="513435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" y="502920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session.py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51560" y="54589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print("Today: conditionals, loops, functions")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print("+ building an attendance tracker")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235000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if-else, and elif — making decisions in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0881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953512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3026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34290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and while loops — repeating 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10881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032504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41056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5079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functions, parameters, and return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10881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111496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20240" y="5184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 Project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558698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attendance tracker that saves data to CSV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Python to make decisions: if, else, and elif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CONDITIONALS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if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of code only when a condition is True. If the condition is False, the block is simply skipped.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any expression that evaluates to True/False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92608" cy="292608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inside the block must be indented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292608" cy="292608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else needed — it's optional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52160" y="150876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if_example.py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938528"/>
            <a:ext cx="5212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= "a"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present == "a":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print("Marked present")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Marked present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CONDITIONALS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... else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gives you a fallback block — it runs whenever the if condition is False, so you always cover both outcomes.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→  </a:t>
            </a:r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block runs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2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 </a:t>
            </a:r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block runs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50876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if_else_example.py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1938528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= "p"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present == "a":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print("Marked present")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print("Marked absent")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Marked absent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CONDITIONALS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elif — more than two paths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("else if") lets you check several conditions in order. Python tests each one from top to bottom and runs the first block that matches.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4754880" cy="54864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Present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93592"/>
            <a:ext cx="4754880" cy="54864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935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→ Late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06824"/>
            <a:ext cx="4754880" cy="54864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0682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anything else → Absent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elif_example.py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938528"/>
            <a:ext cx="5212080" cy="2472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= "l"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 == "a":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"Present"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 == "l":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"Late"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"Absent"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with for and while — the backbone of automation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loops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walks through a known sequence — a range of numbers, a list, a string — running the block once per item. Use it when you know how many times, or over what, you're iterating.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3375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0, 1, 2, 3, 4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 a+1) → student numbers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1" name="Shape 9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for_example.py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938528"/>
            <a:ext cx="5212080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range(a):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f"enter name of student {i+1}: 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while loops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running as long as a condition stays True. Use it when you don't know in advance how many repetitions you need — like waiting for valid input.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FFF4E5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4612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Watch out for infinite loops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must eventually become False — update a variable inside the loop, or it never stops.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1" name="Shape 9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while_example.py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938528"/>
            <a:ext cx="5212080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= ""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mark not in ("a", "p"):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 = input("present a/p: 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mark not in ("a", "p"):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print("invalid, try again")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print("got:", mark)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logic into reusable blocks — with inputs and outputs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Defining a function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named, reusable block of code. Define it once with def, then call it by name as many times as you need — instead of copy-pasting logic.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5740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that starts a function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7400" y="3401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function's name, followed by parentheses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docstring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39684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"""triple-quoted""" note describing what it does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354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45354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function later by writing its name()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function_basics.py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1938528"/>
            <a:ext cx="52120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greet_group():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"""prints a welcome message"""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print("Welcome to the study group!")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greet_group()   # calling the function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greet_group()   # can call it again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Functions with parameters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let you pass information into a function, so the same code can work with different values each time you call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632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mark_attendance(name, status):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2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2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parameters 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filled in with real values (arguments) at call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1" name="Shape 9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3" name="Shape 11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with_parameters.py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1938528"/>
            <a:ext cx="5212080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mark_attendance(name, status):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{status}")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mark_attendance("Harsh", "Present")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mark_attendance("Priya", "Absent")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arguments "Harsh"/"Present" fill 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parameters name/status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Functions that return a value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wherever the function was called, so you can store it in a variable and use it afterwards. Without return, a function gives back None.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461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my_function()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returned value flows into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ready to reuse.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508760"/>
            <a:ext cx="566928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1719072"/>
            <a:ext cx="566928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11" name="Shape 9"/>
          <p:cNvSpPr/>
          <p:nvPr/>
        </p:nvSpPr>
        <p:spPr>
          <a:xfrm>
            <a:off x="616305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508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with_return.py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938528"/>
            <a:ext cx="5212080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build_attendance():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 = []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records.append(["Harsh", 1, "p"])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build_attendance()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print(data)   # the returned list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 · 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Attendance Tracker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loops + functions + the csv module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 PROJECT ·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we're building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command-line program that records each student's attendance and saves it into a CSV file — a format any spreadsheet app can open.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how many students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runs that many times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743200"/>
            <a:ext cx="502920" cy="502920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39312" y="342900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Collect each record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39312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roll number, present/absent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2743200"/>
            <a:ext cx="502920" cy="502920"/>
          </a:xfrm>
          <a:prstGeom prst="ellipse">
            <a:avLst/>
          </a:prstGeom>
          <a:solidFill>
            <a:srgbClr val="89DC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9944" y="342900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Store in a list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9944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attendance.append([...]) builds up the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1976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E1E2E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743200"/>
            <a:ext cx="502920" cy="50292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0576" y="342900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to CSV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0576" y="3977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 saves the header + all rows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standard library module we use to read and write CSV files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 PROJECT · CODE WALKTHROUGH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attendaceSheet() — collecting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649224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19072"/>
            <a:ext cx="649224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38528"/>
            <a:ext cx="6035040" cy="3377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attendaceSheet():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attendance = []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int(input("how many students"))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range(a):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input(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f"enter name of student {i+1}: 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rollNo = int(input("enter roll no "))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present = input("present a/p: 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attendance.append(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[name, rollNo, present]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attendance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6092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18928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once per student — this is our for loop in 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input(...)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0920" y="28529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name, roll number and a/p status from the user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0920" y="35204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.append([...])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38130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each student's record as a list into attendance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4480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attendance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47731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full list back to whoever called the function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 PROJECT · CODE WALKTHROUGH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saveCsv() — writing the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3383280"/>
          </a:xfrm>
          <a:prstGeom prst="roundRect">
            <a:avLst>
              <a:gd name="adj" fmla="val 2162"/>
            </a:avLst>
          </a:prstGeom>
          <a:solidFill>
            <a:srgbClr val="24253A"/>
          </a:solidFill>
          <a:ln w="12700">
            <a:solidFill>
              <a:srgbClr val="3A3B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6492240" cy="292608"/>
          </a:xfrm>
          <a:prstGeom prst="roundRect">
            <a:avLst>
              <a:gd name="adj" fmla="val 25000"/>
            </a:avLst>
          </a:prstGeom>
          <a:solidFill>
            <a:srgbClr val="1A1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19072"/>
            <a:ext cx="6492240" cy="82296"/>
          </a:xfrm>
          <a:prstGeom prst="rect">
            <a:avLst/>
          </a:prstGeom>
          <a:solidFill>
            <a:srgbClr val="1A1B2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613916"/>
            <a:ext cx="82296" cy="82296"/>
          </a:xfrm>
          <a:prstGeom prst="ellipse">
            <a:avLst/>
          </a:prstGeom>
          <a:solidFill>
            <a:srgbClr val="F96157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613916"/>
            <a:ext cx="82296" cy="82296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1613916"/>
            <a:ext cx="82296" cy="82296"/>
          </a:xfrm>
          <a:prstGeom prst="ellipse">
            <a:avLst/>
          </a:prstGeom>
          <a:solidFill>
            <a:srgbClr val="34C74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38528"/>
            <a:ext cx="6035040" cy="228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saveCsv(attendace):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"attendance.csv", "w", newline=""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file: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 = csv.writer(file)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writer.writerow(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["studentsName","rollNo","presentOrAbsent"]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writer.writerows(attendace)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6092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open(..., "w", newline="")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60920" y="18928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attendance.csv for writing; newline="" avoids blank rows on Windows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4963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csv.writer(file)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60920" y="2788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file so we can write rows instead of raw text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0920" y="33924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writerow([...])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368503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row — here, the column headers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42885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writerows(attendace)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0920" y="458114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 student record in one go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649224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120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attendance.csv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studentsName,rollNo,presentOrAbsent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Harsh,1,p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Priya,2,a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 ·  AGENTIC AI STUDY GROUP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292A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elif / else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your code based on conditions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292A3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work a known or unknown number of times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292A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def, params, return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logic into reusable, input-driven functions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0175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29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108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module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tabular data from plain Python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try extending the tracker — read the CSV back, or calculate attendance percentage per student.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1" name="Shape 9"/>
          <p:cNvSpPr/>
          <p:nvPr/>
        </p:nvSpPr>
        <p:spPr>
          <a:xfrm>
            <a:off x="909828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0412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0412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412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12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704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704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9960" y="5486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10515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9960" y="15544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9960" y="205740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256032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06324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356616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4069080"/>
            <a:ext cx="45720" cy="45720"/>
          </a:xfrm>
          <a:prstGeom prst="ellipse">
            <a:avLst/>
          </a:prstGeom>
          <a:solidFill>
            <a:srgbClr val="34354D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DEV · AGENTIC AI STUDY GROUP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2" name="Text 50"/>
          <p:cNvSpPr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coming — try running and tweaking the attendance tracker before next session.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2026-09-02T21:52:21Z</dcterms:created>
  <dcterms:modified xsi:type="dcterms:W3CDTF">2026-09-02T21:52:21Z</dcterms:modified>
</cp:coreProperties>
</file>